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3"/>
    <p:sldId id="257" r:id="rId5"/>
    <p:sldId id="258" r:id="rId6"/>
    <p:sldId id="259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Homework 1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Code Agent 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496060"/>
            <a:ext cx="10515600" cy="4681220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/>
              <a:t>#### 项目目标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搭建一个简单的代码助手Agent，掌握Agent开发的基础能力，包括LLM调用、Prompt设计、工具集成等。</a:t>
            </a:r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r>
              <a:rPr lang="zh-CN" altLang="en-US"/>
              <a:t>#### 可选方向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| 方向 | 功能描述 | 核心技术要点 |</a:t>
            </a:r>
            <a:endParaRPr lang="zh-CN" altLang="en-US"/>
          </a:p>
          <a:p>
            <a:r>
              <a:rPr lang="zh-CN" altLang="en-US"/>
              <a:t>|------|----------|--------------|</a:t>
            </a:r>
            <a:endParaRPr lang="zh-CN" altLang="en-US"/>
          </a:p>
          <a:p>
            <a:r>
              <a:rPr lang="zh-CN" altLang="en-US"/>
              <a:t>| 代码审查Agent | 分析代码质量、发现潜在Bug、给出改进建议 | LLM调用、Prompt设计、代码解析 |</a:t>
            </a:r>
            <a:endParaRPr lang="zh-CN" altLang="en-US"/>
          </a:p>
          <a:p>
            <a:r>
              <a:rPr lang="zh-CN" altLang="en-US"/>
              <a:t>| 代码生成Agent | 根据自然语言描述生成代码片段 | Prompt Engineering、Few-shot、代码补全 |</a:t>
            </a:r>
            <a:endParaRPr lang="zh-CN" altLang="en-US"/>
          </a:p>
          <a:p>
            <a:r>
              <a:rPr lang="zh-CN" altLang="en-US"/>
              <a:t>| 代码解释Agent | 解释代码逻辑、生成注释、回答代码问题 | 代码理解、自然语言生成 |</a:t>
            </a:r>
            <a:endParaRPr lang="zh-CN" altLang="en-US"/>
          </a:p>
          <a:p>
            <a:r>
              <a:rPr lang="zh-CN" altLang="en-US"/>
              <a:t>| 测试生成Agent | 根据代码自动生成单元测试用例 | 测试框架集成、断言生成 |</a:t>
            </a:r>
            <a:endParaRPr lang="zh-CN" altLang="en-US"/>
          </a:p>
          <a:p>
            <a:r>
              <a:rPr lang="zh-CN" altLang="en-US"/>
              <a:t>| 重构建议Agent | 分析代码坏味道、给出重构建议 | 代码分析、设计模式识别 |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Code Agent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410970"/>
            <a:ext cx="10515600" cy="5238750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zh-CN" altLang="en-US" sz="4800"/>
              <a:t>#### 技术要求</a:t>
            </a:r>
            <a:endParaRPr lang="zh-CN" altLang="en-US" sz="4800"/>
          </a:p>
          <a:p>
            <a:endParaRPr lang="zh-CN" altLang="en-US" sz="4800"/>
          </a:p>
          <a:p>
            <a:r>
              <a:rPr lang="zh-CN" altLang="en-US" sz="4800"/>
              <a:t>1. **实现**：</a:t>
            </a:r>
            <a:endParaRPr lang="zh-CN" altLang="en-US" sz="4800"/>
          </a:p>
          <a:p>
            <a:r>
              <a:rPr lang="zh-CN" altLang="en-US" sz="4800"/>
              <a:t>   - 基本的Agent循环：输入 → 推理 → 工具调用 → 输出</a:t>
            </a:r>
            <a:endParaRPr lang="zh-CN" altLang="en-US" sz="4800"/>
          </a:p>
          <a:p>
            <a:r>
              <a:rPr lang="zh-CN" altLang="en-US" sz="4800"/>
              <a:t>   - 支持至少一种工具（如代码执行、文件读取、搜索等）</a:t>
            </a:r>
            <a:endParaRPr lang="zh-CN" altLang="en-US" sz="4800"/>
          </a:p>
          <a:p>
            <a:r>
              <a:rPr lang="zh-CN" altLang="en-US" sz="4800"/>
              <a:t>   - 可通过命令行或简单Web界面交互</a:t>
            </a:r>
            <a:endParaRPr lang="zh-CN" altLang="en-US" sz="4800"/>
          </a:p>
          <a:p>
            <a:endParaRPr lang="zh-CN" altLang="en-US" sz="4800"/>
          </a:p>
          <a:p>
            <a:r>
              <a:rPr lang="zh-CN" altLang="en-US" sz="4800"/>
              <a:t>2. **推荐实现**：</a:t>
            </a:r>
            <a:endParaRPr lang="zh-CN" altLang="en-US" sz="4800"/>
          </a:p>
          <a:p>
            <a:r>
              <a:rPr lang="zh-CN" altLang="en-US" sz="4800"/>
              <a:t>   - 使用主流Agent框架（LangChain / AutoGen / CrewAI / Dify等）</a:t>
            </a:r>
            <a:endParaRPr lang="zh-CN" altLang="en-US" sz="4800"/>
          </a:p>
          <a:p>
            <a:r>
              <a:rPr lang="zh-CN" altLang="en-US" sz="4800"/>
              <a:t>   - 或使用LLM原生API（OpenAI / Claude / 通义千问等）</a:t>
            </a:r>
            <a:endParaRPr lang="zh-CN" altLang="en-US" sz="4800"/>
          </a:p>
          <a:p>
            <a:r>
              <a:rPr lang="zh-CN" altLang="en-US" sz="4800"/>
              <a:t>   - 支持上下文记忆</a:t>
            </a:r>
            <a:endParaRPr lang="zh-CN" altLang="en-US" sz="4800"/>
          </a:p>
          <a:p>
            <a:r>
              <a:rPr lang="zh-CN" altLang="en-US" sz="4800"/>
              <a:t>   - 错误处理与重试机制</a:t>
            </a:r>
            <a:endParaRPr lang="zh-CN" altLang="en-US" sz="4800"/>
          </a:p>
          <a:p>
            <a:endParaRPr lang="zh-CN" altLang="en-US" sz="4800"/>
          </a:p>
          <a:p>
            <a:r>
              <a:rPr lang="zh-CN" altLang="en-US" sz="4800"/>
              <a:t>3. **技术栈自由选择**：</a:t>
            </a:r>
            <a:endParaRPr lang="zh-CN" altLang="en-US" sz="4800"/>
          </a:p>
          <a:p>
            <a:r>
              <a:rPr lang="zh-CN" altLang="en-US" sz="4800"/>
              <a:t>   - 编程语言：Python / TypeScript / Java等</a:t>
            </a:r>
            <a:endParaRPr lang="zh-CN" altLang="en-US" sz="4800"/>
          </a:p>
          <a:p>
            <a:r>
              <a:rPr lang="zh-CN" altLang="en-US" sz="4800"/>
              <a:t>   - Agent框架：任意</a:t>
            </a:r>
            <a:endParaRPr lang="zh-CN" altLang="en-US" sz="4800"/>
          </a:p>
          <a:p>
            <a:r>
              <a:rPr lang="zh-CN" altLang="en-US" sz="4800"/>
              <a:t>   - LLM服务商：任意</a:t>
            </a:r>
            <a:endParaRPr lang="zh-CN" altLang="en-US" sz="4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Code Agent 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410970"/>
            <a:ext cx="10515600" cy="5238750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zh-CN" altLang="en-US" sz="4800"/>
              <a:t>#### 评审标准</a:t>
            </a:r>
            <a:endParaRPr lang="zh-CN" altLang="en-US" sz="4800"/>
          </a:p>
          <a:p>
            <a:pPr marL="0" indent="0">
              <a:buNone/>
            </a:pPr>
            <a:endParaRPr lang="zh-CN" altLang="en-US" sz="4800"/>
          </a:p>
          <a:p>
            <a:pPr marL="0" indent="0">
              <a:buNone/>
            </a:pPr>
            <a:r>
              <a:rPr lang="zh-CN" altLang="en-US" sz="4800"/>
              <a:t>| 维度 | 权重 | 评分要点 |</a:t>
            </a:r>
            <a:endParaRPr lang="zh-CN" altLang="en-US" sz="4800"/>
          </a:p>
          <a:p>
            <a:pPr marL="0" indent="0">
              <a:buNone/>
            </a:pPr>
            <a:r>
              <a:rPr lang="zh-CN" altLang="en-US" sz="4800"/>
              <a:t>|------|------|----------|</a:t>
            </a:r>
            <a:endParaRPr lang="zh-CN" altLang="en-US" sz="4800"/>
          </a:p>
          <a:p>
            <a:pPr marL="0" indent="0">
              <a:buNone/>
            </a:pPr>
            <a:r>
              <a:rPr lang="zh-CN" altLang="en-US" sz="4800"/>
              <a:t>| 功能完整性 | 40% | 核心功能是否可用、边界情况处理 |</a:t>
            </a:r>
            <a:endParaRPr lang="zh-CN" altLang="en-US" sz="4800"/>
          </a:p>
          <a:p>
            <a:pPr marL="0" indent="0">
              <a:buNone/>
            </a:pPr>
            <a:r>
              <a:rPr lang="zh-CN" altLang="en-US" sz="4800"/>
              <a:t>| Agent架构 | 30% | 是否体现Agent设计模式、架构清晰度 |</a:t>
            </a:r>
            <a:endParaRPr lang="zh-CN" altLang="en-US" sz="4800"/>
          </a:p>
          <a:p>
            <a:pPr marL="0" indent="0">
              <a:buNone/>
            </a:pPr>
            <a:r>
              <a:rPr lang="zh-CN" altLang="en-US" sz="4800"/>
              <a:t>| 代码质量 | 20% | 规范性、可维护性、错误处理 |</a:t>
            </a:r>
            <a:endParaRPr lang="zh-CN" altLang="en-US" sz="4800"/>
          </a:p>
          <a:p>
            <a:pPr marL="0" indent="0">
              <a:buNone/>
            </a:pPr>
            <a:r>
              <a:rPr lang="zh-CN" altLang="en-US" sz="4800"/>
              <a:t>| 文档 | 10% | README、使用说明、技术文档 |</a:t>
            </a:r>
            <a:endParaRPr lang="zh-CN" altLang="en-US" sz="4800"/>
          </a:p>
          <a:p>
            <a:pPr marL="0" indent="0">
              <a:buNone/>
            </a:pPr>
            <a:endParaRPr lang="zh-CN" altLang="en-US" sz="4800"/>
          </a:p>
          <a:p>
            <a:pPr marL="0" indent="0">
              <a:buNone/>
            </a:pPr>
            <a:r>
              <a:rPr lang="zh-CN" altLang="en-US" sz="4800"/>
              <a:t>#### 提交物和截止</a:t>
            </a:r>
            <a:r>
              <a:rPr lang="zh-CN" altLang="en-US" sz="4800"/>
              <a:t>时间</a:t>
            </a:r>
            <a:endParaRPr lang="zh-CN" altLang="en-US" sz="4800"/>
          </a:p>
          <a:p>
            <a:pPr marL="0" indent="0">
              <a:buNone/>
            </a:pPr>
            <a:endParaRPr lang="zh-CN" altLang="en-US" sz="4800"/>
          </a:p>
          <a:p>
            <a:pPr marL="0" indent="0">
              <a:buNone/>
            </a:pPr>
            <a:r>
              <a:rPr lang="zh-CN" altLang="en-US" sz="4800"/>
              <a:t>- 提交物</a:t>
            </a:r>
            <a:r>
              <a:rPr lang="en-US" altLang="zh-CN" sz="4800"/>
              <a:t>1/</a:t>
            </a:r>
            <a:r>
              <a:rPr lang="zh-CN" altLang="en-US" sz="4800"/>
              <a:t>代码：源代码仓库（GitHub/Gitee等）</a:t>
            </a:r>
            <a:r>
              <a:rPr lang="zh-CN" altLang="en-US" sz="4800"/>
              <a:t>打包</a:t>
            </a:r>
            <a:endParaRPr lang="zh-CN" altLang="en-US" sz="4800"/>
          </a:p>
          <a:p>
            <a:pPr marL="0" indent="0">
              <a:buNone/>
            </a:pPr>
            <a:r>
              <a:rPr lang="zh-CN" altLang="en-US" sz="4800"/>
              <a:t>- 提交物</a:t>
            </a:r>
            <a:r>
              <a:rPr lang="en-US" altLang="zh-CN" sz="4800"/>
              <a:t>2/</a:t>
            </a:r>
            <a:r>
              <a:rPr lang="zh-CN" altLang="en-US" sz="4800"/>
              <a:t>文档：README.md/Desgin.md（项目说明、使用方法、设计文档等）</a:t>
            </a:r>
            <a:endParaRPr lang="zh-CN" altLang="en-US" sz="4800"/>
          </a:p>
          <a:p>
            <a:pPr marL="0" indent="0">
              <a:buNone/>
            </a:pPr>
            <a:r>
              <a:rPr lang="zh-CN" altLang="en-US" sz="4800"/>
              <a:t>- 提交物</a:t>
            </a:r>
            <a:r>
              <a:rPr lang="en-US" altLang="zh-CN" sz="4800"/>
              <a:t>3/</a:t>
            </a:r>
            <a:r>
              <a:rPr lang="zh-CN" altLang="en-US" sz="4800"/>
              <a:t>演示视频（</a:t>
            </a:r>
            <a:r>
              <a:rPr lang="en-US" altLang="zh-CN" sz="4800"/>
              <a:t>1</a:t>
            </a:r>
            <a:r>
              <a:rPr lang="zh-CN" altLang="en-US" sz="4800"/>
              <a:t>分钟以内）（</a:t>
            </a:r>
            <a:r>
              <a:rPr lang="zh-CN" altLang="en-US" sz="4800"/>
              <a:t>可选）</a:t>
            </a:r>
            <a:endParaRPr lang="zh-CN" altLang="en-US" sz="4800"/>
          </a:p>
          <a:p>
            <a:pPr marL="0" indent="0">
              <a:buNone/>
            </a:pPr>
            <a:r>
              <a:rPr lang="zh-CN" altLang="en-US" sz="4800">
                <a:sym typeface="+mn-ea"/>
              </a:rPr>
              <a:t>-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备份提交：以上内容打包成“学号姓名</a:t>
            </a:r>
            <a:r>
              <a:rPr lang="en-US" altLang="zh-CN" sz="4800">
                <a:sym typeface="+mn-ea"/>
              </a:rPr>
              <a:t>”</a:t>
            </a:r>
            <a:r>
              <a:rPr lang="zh-CN" altLang="en-US" sz="4800">
                <a:sym typeface="+mn-ea"/>
              </a:rPr>
              <a:t>的压缩包形式（小于</a:t>
            </a:r>
            <a:r>
              <a:rPr lang="en-US" altLang="zh-CN" sz="4800">
                <a:sym typeface="+mn-ea"/>
              </a:rPr>
              <a:t>200M</a:t>
            </a:r>
            <a:r>
              <a:rPr lang="zh-CN" altLang="en-US" sz="4800">
                <a:sym typeface="+mn-ea"/>
              </a:rPr>
              <a:t>），比如“</a:t>
            </a:r>
            <a:r>
              <a:rPr lang="en-US" altLang="zh-CN" sz="4800">
                <a:sym typeface="+mn-ea"/>
              </a:rPr>
              <a:t>10086</a:t>
            </a:r>
            <a:r>
              <a:rPr lang="zh-CN" altLang="en-US" sz="4800">
                <a:sym typeface="+mn-ea"/>
              </a:rPr>
              <a:t>张三</a:t>
            </a:r>
            <a:r>
              <a:rPr lang="en-US" altLang="zh-CN" sz="4800">
                <a:sym typeface="+mn-ea"/>
              </a:rPr>
              <a:t>.rar</a:t>
            </a:r>
            <a:r>
              <a:rPr lang="zh-CN" altLang="en-US" sz="4800">
                <a:sym typeface="+mn-ea"/>
              </a:rPr>
              <a:t>”，提交到“</a:t>
            </a:r>
            <a:r>
              <a:rPr lang="en-US" altLang="zh-CN" sz="4800">
                <a:sym typeface="+mn-ea"/>
              </a:rPr>
              <a:t>001Homework1</a:t>
            </a:r>
            <a:r>
              <a:rPr lang="zh-CN" altLang="en-US" sz="4800">
                <a:sym typeface="+mn-ea"/>
              </a:rPr>
              <a:t>”</a:t>
            </a:r>
            <a:r>
              <a:rPr lang="zh-CN" altLang="en-US" sz="4800">
                <a:sym typeface="+mn-ea"/>
              </a:rPr>
              <a:t>下。</a:t>
            </a:r>
            <a:endParaRPr lang="zh-CN" altLang="en-US" sz="4800">
              <a:sym typeface="+mn-ea"/>
            </a:endParaRPr>
          </a:p>
          <a:p>
            <a:pPr marL="0" indent="0">
              <a:buNone/>
            </a:pPr>
            <a:r>
              <a:rPr lang="en-US" altLang="zh-CN" sz="4800">
                <a:sym typeface="+mn-ea"/>
              </a:rPr>
              <a:t>- </a:t>
            </a:r>
            <a:r>
              <a:rPr lang="zh-CN" altLang="en-US" sz="4800">
                <a:sym typeface="+mn-ea"/>
              </a:rPr>
              <a:t>提交截止时间：</a:t>
            </a:r>
            <a:r>
              <a:rPr lang="en-US" altLang="zh-CN" sz="4800">
                <a:sym typeface="+mn-ea"/>
              </a:rPr>
              <a:t>2026</a:t>
            </a:r>
            <a:r>
              <a:rPr lang="zh-CN" altLang="en-US" sz="4800">
                <a:sym typeface="+mn-ea"/>
              </a:rPr>
              <a:t>年</a:t>
            </a:r>
            <a:r>
              <a:rPr lang="en-US" altLang="zh-CN" sz="4800">
                <a:sym typeface="+mn-ea"/>
              </a:rPr>
              <a:t>10</a:t>
            </a:r>
            <a:r>
              <a:rPr lang="zh-CN" altLang="en-US" sz="4800">
                <a:sym typeface="+mn-ea"/>
              </a:rPr>
              <a:t>月</a:t>
            </a:r>
            <a:r>
              <a:rPr lang="en-US" altLang="zh-CN" sz="4800">
                <a:sym typeface="+mn-ea"/>
              </a:rPr>
              <a:t>7</a:t>
            </a:r>
            <a:r>
              <a:rPr lang="zh-CN" altLang="en-US" sz="4800">
                <a:sym typeface="+mn-ea"/>
              </a:rPr>
              <a:t>日</a:t>
            </a:r>
            <a:r>
              <a:rPr lang="en-US" altLang="zh-CN" sz="4800">
                <a:sym typeface="+mn-ea"/>
              </a:rPr>
              <a:t>24</a:t>
            </a:r>
            <a:r>
              <a:rPr lang="zh-CN" altLang="en-US" sz="4800">
                <a:sym typeface="+mn-ea"/>
              </a:rPr>
              <a:t>点</a:t>
            </a:r>
            <a:endParaRPr lang="zh-CN" altLang="en-US" sz="48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1144</Words>
  <Application>WPS 演示</Application>
  <PresentationFormat>宽屏</PresentationFormat>
  <Paragraphs>57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Apple Color Emoji</vt:lpstr>
      <vt:lpstr>Office 主题​​</vt:lpstr>
      <vt:lpstr>Homework 1</vt:lpstr>
      <vt:lpstr>Code Agent 1</vt:lpstr>
      <vt:lpstr>Code Agent 2</vt:lpstr>
      <vt:lpstr>Code Agent 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夏日炎炎</cp:lastModifiedBy>
  <cp:revision>13</cp:revision>
  <dcterms:created xsi:type="dcterms:W3CDTF">2026-09-25T23:14:57Z</dcterms:created>
  <dcterms:modified xsi:type="dcterms:W3CDTF">2026-09-25T23:14:57Z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6181D2A8F97596DD43C3B16AF6E8A7E4_41</vt:lpwstr>
  </property>
</Properties>
</file>